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Sara Brain v002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Path-of-thought brain simulation</a:t>
            </a:r>
          </a:p>
          <a:p>
            <a:r>
              <a:t>Learn • Remember • Reason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Path-of-thought, not activation levels</a:t>
            </a:r>
          </a:p>
          <a:p>
            <a:pPr>
              <a:defRPr sz="1800"/>
            </a:pPr>
            <a:r>
              <a:t>    Recognition traces real recorded paths — every conclusion is explainable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Never forgets</a:t>
            </a:r>
          </a:p>
          <a:p>
            <a:pPr>
              <a:defRPr sz="1800"/>
            </a:pPr>
            <a:r>
              <a:t>    Strength only increases (1 + ln(1 + traversals)). Path similarity replaces decay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Parallel wavefront propagation</a:t>
            </a:r>
          </a:p>
          <a:p>
            <a:pPr>
              <a:defRPr sz="1800"/>
            </a:pPr>
            <a:r>
              <a:t>    Multiple wavefronts launch simultaneously; intersections = recognition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Model: Neurons, Segments,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Neurons (4 types):</a:t>
            </a:r>
          </a:p>
          <a:p>
            <a:pPr>
              <a:defRPr sz="1800"/>
            </a:pPr>
            <a:r>
              <a:t>    concept (apple) • property (red) • relation (apple_color) • association (taste)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Segments (directed edges):</a:t>
            </a:r>
          </a:p>
          <a:p>
            <a:pPr>
              <a:defRPr sz="1800"/>
            </a:pPr>
            <a:r>
              <a:t>    source → target with strength = 1 + ln(1 + traversals)</a:t>
            </a:r>
          </a:p>
          <a:p>
            <a:pPr>
              <a:defRPr sz="1800"/>
            </a:pPr>
            <a:r>
              <a:t>    Strength never decreases. Traversals only increase.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Paths (provenance):</a:t>
            </a:r>
          </a:p>
          <a:p>
            <a:pPr>
              <a:defRPr sz="1800"/>
            </a:pPr>
            <a:r>
              <a:t>    Recorded chains: property → relation → concept</a:t>
            </a:r>
          </a:p>
          <a:p>
            <a:pPr>
              <a:defRPr sz="1800"/>
            </a:pPr>
            <a:r>
              <a:t>    Each stores the original teaching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teach an apple is red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PARSING: strip articles, find verb, extract subject/object</a:t>
            </a:r>
          </a:p>
          <a:p>
            <a:pPr>
              <a:defRPr sz="1800"/>
            </a:pPr>
            <a:r>
              <a:t>2. TAXONOMY: red → color, apple → fruit → relation = apple_color</a:t>
            </a:r>
          </a:p>
          <a:p>
            <a:pPr>
              <a:defRPr sz="1800"/>
            </a:pPr>
            <a:r>
              <a:t>3. CHAIN: create/reuse property → relation → concept neurons</a:t>
            </a:r>
          </a:p>
          <a:p>
            <a:pPr>
              <a:defRPr sz="1800"/>
            </a:pPr>
            <a:r>
              <a:t>4. SEGMENTS: red → apple_color (has_color), apple_color → apple (describes)</a:t>
            </a:r>
          </a:p>
          <a:p>
            <a:pPr>
              <a:defRPr sz="1800"/>
            </a:pPr>
            <a:r>
              <a:t>5. PATH: record with source_text provenance, commit to SQLite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Same fact taught again → segments strengthened, never duplicated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Recognition: Parallel Wavefronts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recognize red, round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Wavefront 1 (red):   red → apple_color → apple</a:t>
            </a:r>
          </a:p>
          <a:p>
            <a:pPr>
              <a:defRPr sz="1800"/>
            </a:pPr>
            <a:r>
              <a:t>Wavefront 2 (round): round → apple_shape → apple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Intersection at 'apple' → RECOGNIZED (confidence: 2)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Concept-specific relations prevent false fanout:</a:t>
            </a:r>
          </a:p>
          <a:p>
            <a:pPr>
              <a:defRPr sz="1800"/>
            </a:pPr>
            <a:r>
              <a:t>  apple_color is private to apple — no leaking to banana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All traversed segments strengthened after recognition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Associations &amp; Question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Built-in: color, shape, taste, texture, size, temperature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Dynamic associations:</a:t>
            </a:r>
          </a:p>
          <a:p>
            <a:pPr>
              <a:defRPr sz="1800"/>
            </a:pPr>
            <a:r>
              <a:t>    define mood how</a:t>
            </a:r>
          </a:p>
          <a:p>
            <a:pPr>
              <a:defRPr sz="1800"/>
            </a:pPr>
            <a:r>
              <a:t>    describe mood as happy, sad, angry, calm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Query resolution:</a:t>
            </a:r>
          </a:p>
          <a:p>
            <a:pPr>
              <a:defRPr sz="1800"/>
            </a:pPr>
            <a:r>
              <a:t>    what apple color → finds paths ending at apple with color properties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Question words: what (color, shape, size), how (taste, texture, temperature)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Translation (Claude-only)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Optional natural language layer using Anthropic Messages API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Setup: llm set sk-ant-... claude-sonnet-4-20250514</a:t>
            </a:r>
          </a:p>
          <a:p>
            <a:pPr>
              <a:defRPr sz="1800"/>
            </a:pPr>
            <a:r>
              <a:t>Usage: ask what does an apple taste like?</a:t>
            </a:r>
          </a:p>
          <a:p>
            <a:pPr>
              <a:defRPr sz="1800"/>
            </a:pPr>
            <a:r>
              <a:t>       → how apple taste → apple taste: sweet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Design: OpenAI domains explicitly blocked</a:t>
            </a:r>
          </a:p>
          <a:p>
            <a:pPr>
              <a:defRPr sz="1800"/>
            </a:pPr>
            <a:r>
              <a:t>        stdlib urllib.request — no SDK dependency</a:t>
            </a:r>
          </a:p>
          <a:p>
            <a:pPr>
              <a:defRPr sz="1800"/>
            </a:pPr>
            <a:r>
              <a:t>        Zero-temperature for deterministic translation</a:t>
            </a:r>
          </a:p>
          <a:p>
            <a:pPr>
              <a:defRPr sz="1800"/>
            </a:pPr>
            <a:r>
              <a:t>        System prompt lists all available structured commands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 Command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Learning:     teach &lt;statement&gt;</a:t>
            </a:r>
          </a:p>
          <a:p>
            <a:pPr>
              <a:defRPr sz="1800"/>
            </a:pPr>
            <a:r>
              <a:t>Recognition:  recognize &lt;inputs&gt;</a:t>
            </a:r>
          </a:p>
          <a:p>
            <a:pPr>
              <a:defRPr sz="1800"/>
            </a:pPr>
            <a:r>
              <a:t>Exploration:  trace • why • similar • analyze</a:t>
            </a:r>
          </a:p>
          <a:p>
            <a:pPr>
              <a:defRPr sz="1800"/>
            </a:pPr>
            <a:r>
              <a:t>Associations: define • describe • associations</a:t>
            </a:r>
          </a:p>
          <a:p>
            <a:pPr>
              <a:defRPr sz="1800"/>
            </a:pPr>
            <a:r>
              <a:t>Queries:      &lt;qword&gt; &lt;concept&gt; &lt;assoc&gt; • questions</a:t>
            </a:r>
          </a:p>
          <a:p>
            <a:pPr>
              <a:defRPr sz="1800"/>
            </a:pPr>
            <a:r>
              <a:t>Categories:   categorize • categories</a:t>
            </a:r>
          </a:p>
          <a:p>
            <a:pPr>
              <a:defRPr sz="1800"/>
            </a:pPr>
            <a:r>
              <a:t>LLM:          ask • llm set/status/clear</a:t>
            </a:r>
          </a:p>
          <a:p>
            <a:pPr>
              <a:defRPr sz="1800"/>
            </a:pPr>
            <a:r>
              <a:t>Inspection:   neurons • paths • stats</a:t>
            </a:r>
          </a:p>
          <a:p>
            <a:pPr>
              <a:defRPr sz="1800"/>
            </a:pPr>
            <a:r>
              <a:t>System:       save • quit/exit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Storage: SQLite with WAL mode, foreign keys</a:t>
            </a:r>
          </a:p>
          <a:p>
            <a:pPr>
              <a:defRPr sz="1800"/>
            </a:pPr>
            <a:r>
              <a:t>    9 tables: neurons, segments, paths, path_steps, similarities,</a:t>
            </a:r>
          </a:p>
          <a:p>
            <a:pPr>
              <a:defRPr sz="1800"/>
            </a:pPr>
            <a:r>
              <a:t>    associations, question_words, categories, settings</a:t>
            </a:r>
          </a:p>
          <a:p>
            <a:pPr>
              <a:defRPr sz="1800"/>
            </a:pPr>
            <a:r>
              <a:t>    Future: migrate to data-nut-squirrel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Testing: 113 tests across 13 files</a:t>
            </a:r>
          </a:p>
          <a:p>
            <a:pPr>
              <a:defRPr sz="1800"/>
            </a:pPr>
            <a:r>
              <a:t>    Models • Storage • Parser • Learner • Recognizer</a:t>
            </a:r>
          </a:p>
          <a:p>
            <a:pPr>
              <a:defRPr sz="1800"/>
            </a:pPr>
            <a:r>
              <a:t>    Similarity • Integration • Associations • Categories</a:t>
            </a:r>
          </a:p>
          <a:p>
            <a:pPr>
              <a:defRPr sz="1800"/>
            </a:pPr>
            <a:r>
              <a:t>    Queries • Translator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Zero external dependencies (core). Python 3.11+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